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366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for E‑Commerce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306324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→ Star Schema → ETL → OLAP queries (with SCD Type 2 customer)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530352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9776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deck (MySQL 8.x)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332720" cy="2868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star schema is (and why it’s used)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design for e‑commerce (customers, stores, products, orders)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design: grain, fact, dimensions, channel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SCD Type 2 (historical correctness)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steps (OLTP → staging → dims → facts)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query patterns (simple → advanced)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53949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73152" cy="4937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63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(Operational)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tables (3NF-ish)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fast inserts/updates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transactions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orders, order_items, 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280160"/>
            <a:ext cx="53949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1280160"/>
            <a:ext cx="73152" cy="49377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463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/ Data Warehouse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3640" y="187452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 (fact + dimensions)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aggregations and BI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joins; predictable query paths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revenue by country/store/channel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schema (e‑commerce)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 and relationships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3017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847088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(customer_id, …, country)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3017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218688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(store_id, city, country)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017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847088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(order_id, customer_id,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store_id?, channel)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0" y="1737360"/>
            <a:ext cx="3017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49640" y="1847088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(order_id, product_id,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qty, unit_price)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3017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218688"/>
            <a:ext cx="2743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(product_id, category, …)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2194560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194560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651760"/>
            <a:ext cx="0" cy="5029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154680"/>
            <a:ext cx="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348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orders have channel=ONLINE and store_id=NULL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orders have channel=IN_STORE and store_id set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(order_items) are the natural source for the star schema grain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OLTP is painful for analytics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need many joins (orders ↔ order_items ↔ products ↔ customers ↔ stores)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optimized for updates, not aggregations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attributes are hard (e.g., customer moved countries)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queries are repetitive and error‑prone (double counting, wrong joins)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10332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448056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6634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analytical questions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50749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“Revenue by country and channel per quarter”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 product per country (this year)”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store performance change YoY?”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schema: the core idea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789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business process (Sales)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grain (order line)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measures in the fact table (quantity, sales_amount)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descriptive attributes in dimensions (customer, product, store, channel, date)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10332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43434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47548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analysts frequently GROUP BY it, it probably belongs in a dimension.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51663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analysts SUM/AVG it, it probably belongs in the fact table.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(the most important design decision)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10332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63040"/>
            <a:ext cx="73152" cy="20116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459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for this warehouse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product per order line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OLTP order_items joined to orders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double counting 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10332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749040"/>
            <a:ext cx="73152" cy="2560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93192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at this grain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434340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sales_amount = quantity × unit_price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discount_amount, tax_amount, shipping_amount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 in the center; dimensions around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51960" y="2651760"/>
            <a:ext cx="3108960" cy="14630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270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51960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0" y="3429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qty, sales_amount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(FKs to dimensions)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3017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828800"/>
            <a:ext cx="73152" cy="8686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9339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(SCD2)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1828800"/>
            <a:ext cx="3017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21040" y="1828800"/>
            <a:ext cx="73152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99339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3017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66344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82803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21040" y="4663440"/>
            <a:ext cx="3017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4663440"/>
            <a:ext cx="73152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482803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1280160"/>
            <a:ext cx="3017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90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280160"/>
            <a:ext cx="73152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4447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dim_channel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0" y="2240280"/>
            <a:ext cx="411480" cy="9601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7360920" y="2245304"/>
            <a:ext cx="951076" cy="95509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3840480" y="4251960"/>
            <a:ext cx="1073164" cy="82296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5074920"/>
            <a:ext cx="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148840"/>
            <a:ext cx="0" cy="5029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3712B40B-702E-72DD-33C6-BDBBECD42C11}"/>
              </a:ext>
            </a:extLst>
          </p:cNvPr>
          <p:cNvSpPr/>
          <p:nvPr/>
        </p:nvSpPr>
        <p:spPr>
          <a:xfrm flipH="1" flipV="1">
            <a:off x="5697414" y="4114800"/>
            <a:ext cx="2532186" cy="95509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SCD Type 2 (why + how)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7170" indent="-21717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change: city/state/country (and you often need “as‑of” reporting)</a:t>
            </a:r>
            <a:endParaRPr lang="en-US" sz="1900" dirty="0"/>
          </a:p>
          <a:p>
            <a:pPr marL="217170" indent="-21717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stores a new row per change and expires the prior row</a:t>
            </a:r>
            <a:endParaRPr lang="en-US" sz="1900" dirty="0"/>
          </a:p>
          <a:p>
            <a:pPr marL="217170" indent="-21717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link to the correct customer version via customer_sk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3566160"/>
            <a:ext cx="10332720" cy="2743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4440" y="3703320"/>
            <a:ext cx="969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snapshot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3977640"/>
            <a:ext cx="9692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Example SCD2 rows for customer_id = 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customer_sk | customer_id | city          | start      | end        | current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        | 1           | San Jose      | 2023-01-01 | 2024-05-31 | 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1055        | 1           | San Francisco | 2024-06-01 | NULL       | 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(why it exists)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time attributes (year, month, quarter)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repeated DATE() logic across queries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consistent fiscal calendars (if needed)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4663440" cy="5394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03720" y="15087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03720" y="1783080"/>
            <a:ext cx="4023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1 -- Populate dim_date (MySQL 8)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RECURSIVE 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'2022-01-01'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'2026-12-31'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quarter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DATE_FORMAT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'%Y%m%d'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QUARTER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(recommended)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2697480" cy="10972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6974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OLTP tables into staging (stg_*)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2971800"/>
            <a:ext cx="320040" cy="41148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201168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0" y="2011680"/>
            <a:ext cx="26974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51960" y="26974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standardize, deduplicate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2971800"/>
            <a:ext cx="320040" cy="41148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201168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2011680"/>
            <a:ext cx="269748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60920" y="26974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dims + Customer SCD2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21240" y="2971800"/>
            <a:ext cx="320040" cy="41148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0" y="201168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41280" y="2011680"/>
            <a:ext cx="269748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6988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469880" y="26974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fact_sales at order-line grain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84632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dims before facts so surrogate keys are available</a:t>
            </a:r>
            <a:endParaRPr lang="en-US" sz="1600" dirty="0"/>
          </a:p>
          <a:p>
            <a:pPr marL="182880" indent="-18288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 SCD2, look up customer_sk by order_date between effective_start/end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Customer SCD2 core logic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changes by comparing staging to the current dimension row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current row (set effective_end, is_current=N)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new row as current (effective_start=extract_date)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10332720" cy="38404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4440" y="3063240"/>
            <a:ext cx="969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mechanics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3337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1 -- 1) Identify changes (compare to current row)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TEMPORARY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tmp_changed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CONCAT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full_name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customer_sk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stg_customers 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dim_customer_scd2 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is_current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@extract_date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11 -- 2) Expire current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dim_customer_scd2 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tmp_changed c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customer_sk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effective_end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DATE_SUB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@extract_date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is_current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16 -- 3) Insert new current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dim_customer_scd2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full_name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effective_start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effective_end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is_current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full_name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email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@extract_date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'Y'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tmp_changed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Fact load (order-line grain)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789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staged orders + order_items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surrogate keys for product/store/channel/date</a:t>
            </a:r>
            <a:endParaRPr lang="en-US" sz="1800" dirty="0"/>
          </a:p>
          <a:p>
            <a:pPr marL="205740" indent="-20574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customer_sk using the order date within the SCD2 effective range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24931" y="2200589"/>
            <a:ext cx="10332720" cy="4511107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44971" y="2502542"/>
            <a:ext cx="969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9527" y="2731142"/>
            <a:ext cx="9692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fact_sales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customer_sk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product_sk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channel_sk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sales_amount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unit_price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stg_orders 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stg_order_items i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extract_date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dim_product p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dim_store st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store_id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dim_channel ch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dim_date 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dim_customer_scd2 c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effective_start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effective_end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effective_end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@extract_date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query patterns (examples)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73152" cy="2194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channel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 country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37160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by channel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per country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10378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840480"/>
            <a:ext cx="73152" cy="23774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23360"/>
            <a:ext cx="10012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434840"/>
            <a:ext cx="10012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 (window functions)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%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per country (RANK)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% (channel/category)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quartiles (NTILE)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example: Year‑over‑year growth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0332720" cy="5394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1508760"/>
            <a:ext cx="9692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Intermediate+ (window functions)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692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yearly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sales_amount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revenue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fact_sales f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dim_date 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date_id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revenue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prev_year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NULLIF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yoy_growth_pct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yearly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declaring grain clearly → double counting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facts to the “current” customer row only (breaks history)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OLTP keys with SCD2 without surrogate key lookups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facts before dimensions (missing surrogate keys)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754880"/>
            <a:ext cx="10332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4754880"/>
            <a:ext cx="73152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9377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safety checks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534924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one current row per customer_id in dim_customer_scd2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NULL store_id ↔ ONLINE channel consistency</a:t>
            </a:r>
            <a:endParaRPr lang="en-US" sz="1300" dirty="0"/>
          </a:p>
          <a:p>
            <a:pPr marL="148590" indent="-14859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fact_sales totals with OLTP order_items totals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Wrap‑up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210312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grain first; let it drive fact design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are what you filter/group by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SCD2 when “as‑of” correctness matters (customer country/city)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stage → dims → facts</a:t>
            </a:r>
            <a:endParaRPr lang="en-US" sz="20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queries become simple, fast, and consistent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6035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scripts + full query set are included in the companion files.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1983</Words>
  <Application>Microsoft Macintosh PowerPoint</Application>
  <PresentationFormat>Widescreen</PresentationFormat>
  <Paragraphs>161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Mahmoud Parsian</cp:lastModifiedBy>
  <cp:revision>2</cp:revision>
  <dcterms:created xsi:type="dcterms:W3CDTF">2026-02-10T22:41:13Z</dcterms:created>
  <dcterms:modified xsi:type="dcterms:W3CDTF">2026-02-10T22:58:40Z</dcterms:modified>
</cp:coreProperties>
</file>