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1966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mohini-yadav13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linkedin.com/in/mohini-yadav13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73152"/>
            <a:ext cx="1371600" cy="54864"/>
          </a:xfrm>
          <a:prstGeom prst="rect">
            <a:avLst/>
          </a:prstGeom>
          <a:solidFill>
            <a:srgbClr val="06B6D4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to Tableau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SQL Thinking to Visual Analytics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228600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Mohini Yadav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in Information Systems  |  Santa Clara University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linkedin.com/in/mohini-yadav13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&amp; Data Warehousing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891B2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minutes from zero to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99032"/>
            <a:ext cx="8229600" cy="502920"/>
          </a:xfrm>
          <a:prstGeom prst="rect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8132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417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 to Data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749040" y="1417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Superstore, explore the data source page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0" y="14173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98424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Dimensions vs Measures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749040" y="1920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SQL GROUP BY analogy that unlocks Tableau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772400" y="19202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404872"/>
            <a:ext cx="8229600" cy="502920"/>
          </a:xfrm>
          <a:prstGeom prst="rect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487168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2423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Visualization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749040" y="2423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your first bar chart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7772400" y="24231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990088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2926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Marks Card &amp; Filters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3749040" y="2926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color, size, labels — and filter like WHERE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772400" y="29260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57200" y="3410712"/>
            <a:ext cx="8229600" cy="502920"/>
          </a:xfrm>
          <a:prstGeom prst="rect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3493008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43000" y="3429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Types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3749040" y="3429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Line, scatter, map — choosing the right viz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7772400" y="3429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995928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14300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Joins &amp; Blending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3749040" y="39319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data sources like SQL JOINs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7772400" y="39319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457200" y="4416552"/>
            <a:ext cx="8229600" cy="502920"/>
          </a:xfrm>
          <a:prstGeom prst="rect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498848"/>
            <a:ext cx="320040" cy="32004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143000" y="4434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 Dashboard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3749040" y="4434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sheets into an interactive view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7772400" y="4434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Tableau?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7548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analytics platform that transforms how you explore data. Instead of writing SQL queries and waiting for results, you drag fields onto a canvas and see patterns instantly.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577840" y="1188720"/>
            <a:ext cx="3017520" cy="5760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577840" y="1188720"/>
            <a:ext cx="64008" cy="5760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06440" y="12435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06440" y="14813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Point-and-click interface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1856232"/>
            <a:ext cx="3017520" cy="5760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577840" y="1856232"/>
            <a:ext cx="64008" cy="5760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06440" y="19110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06440" y="2148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connection to databases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2523744"/>
            <a:ext cx="3017520" cy="5760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577840" y="2523744"/>
            <a:ext cx="64008" cy="5760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06440" y="25786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06440" y="28163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respond to clicks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Tableau Workflow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2560320" cy="77724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40050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4315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your data source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63240" y="40690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429000" y="3977640"/>
            <a:ext cx="2560320" cy="7772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29000" y="40050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29000" y="4315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visualizations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0" y="40690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309360" y="3977640"/>
            <a:ext cx="2560320" cy="7772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09360" y="40050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09360" y="4315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dashboards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 to Data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Tableau to a data source and understand the interface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0" y="411480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58200" y="4114800"/>
            <a:ext cx="137160" cy="137160"/>
          </a:xfrm>
          <a:prstGeom prst="ellipse">
            <a:avLst/>
          </a:prstGeom>
          <a:solidFill>
            <a:srgbClr val="06B6D4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0" y="4114800"/>
            <a:ext cx="137160" cy="13716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Connecting to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258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Sources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187452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(.xlsx, .xls)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Text files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Spatial files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Access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84048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3258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Sources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983480" y="187452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/ MySQL / PostgreSQL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Redshift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BigQuery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&amp; many more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4069080"/>
            <a:ext cx="8046720" cy="6858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64008" cy="6858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18795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406908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Open Tableau → "Sample - Superstore" under Saved Data Sources. This dataset comes pre-installed — no downloads needed!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Dimensions vs Measures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concept in Tableau — and you already know it from 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40480" cy="5029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DIMENSIONS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/ Categorical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What? Who? Where? When?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Analogy: </a:t>
            </a: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columns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Category, Region, Ship Mode, Customer Name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84048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83480" y="205740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/ Numerical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How much? How many?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Analogy: </a:t>
            </a: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SUM(), AVG(), COUNT()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Sales, Profit, Quantity, Discount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8046720" cy="9144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14800"/>
            <a:ext cx="320040" cy="3200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34440" y="3977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→ Tableau Translation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34440" y="43708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Region, SUM(Sales) FROM Orders GROUP BY Region   =   Drag Region → Rows, Sales → Columns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Tableau Workspace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1945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194560" cy="4114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Pane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1920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Category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Region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Ship Mode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Sales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Profit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Quantity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1188720"/>
            <a:ext cx="56692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26080" y="1188720"/>
            <a:ext cx="5669280" cy="32004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63240" y="1188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  drag measures/dimensions here  →  creates X-axis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26080" y="1508760"/>
            <a:ext cx="5669280" cy="32004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63240" y="1508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      drag measures/dimensions here  →  creates Y-axis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26080" y="24688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 / Canvas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26080" y="28346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visualization appears here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200400"/>
            <a:ext cx="2194560" cy="10972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32186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Marks Card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3520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 •  Size  •  Label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 •  Tooltip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3200400"/>
            <a:ext cx="256032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0" y="3218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Filters Shelf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3520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fields here to filter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SQL WHERE clause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First Visualization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blank canvas to bar chart in 3 drags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0" y="411480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58200" y="4114800"/>
            <a:ext cx="137160" cy="137160"/>
          </a:xfrm>
          <a:prstGeom prst="ellipse">
            <a:avLst/>
          </a:prstGeom>
          <a:solidFill>
            <a:srgbClr val="06B6D4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0" y="4114800"/>
            <a:ext cx="137160" cy="13716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a Bar Chart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94360" cy="59436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71600" y="1143000"/>
            <a:ext cx="72237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71600" y="1143000"/>
            <a:ext cx="54864" cy="100584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00200" y="12344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Drag "Category" → Rows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1600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GROUP BY — it splits data into Technology, Furniture, and Office Supplies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371600" y="2377440"/>
            <a:ext cx="72237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71600" y="2377440"/>
            <a:ext cx="54864" cy="10058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00200" y="24688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Drag "Sales" → Columns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00200" y="28346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automatically applies SUM(Sales). You now have a horizontal bar chart!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371600" y="3611880"/>
            <a:ext cx="72237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371600" y="3611880"/>
            <a:ext cx="54864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600200" y="37033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Drag "Region" → Color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00200" y="40690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bar segment gets color-coded by region. This is like adding another GROUP BY column.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Marks Card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context, detail, and meaning to your visualization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864" cy="105156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444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3F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a dimension or measure as color. Drag "Segment" to Color to see Consumer/Corporate/Home Office in different hues.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371600"/>
            <a:ext cx="37947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0600" y="1371600"/>
            <a:ext cx="54864" cy="10515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83480" y="1444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Size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7373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marks by a measure. Drag "Profit" to Size — bigger marks = more profit. Great for bubble charts.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37947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54864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6791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29718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values directly on marks. Drag "Sales" to Label to display exact dollar amounts on each bar.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606040"/>
            <a:ext cx="37947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00600" y="2606040"/>
            <a:ext cx="54864" cy="10515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26791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Detail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29718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granularity without visual encoding. Drag "Customer Name" to Detail — splits marks without changing appearance.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37947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54864" cy="10515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39136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Tooltip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42062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on hover. Drag extra fields here — users see them when they mouse over a mark.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Filters = SQL WHERE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20116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Region, SUM(Sales)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Category = 'Technology'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Region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Tableau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6002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Drag Region → Rows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Drag Sales → Columns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Drag Category → Filters shelf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Check only "Technology"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Filters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3886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Dimension Filter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13308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Check/uncheck specific categories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44074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 = Technology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384048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20440" y="3886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 Filter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413308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numeric ranges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44074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&gt; $1,000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55080" y="3886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 Filter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413308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or fixed date ranges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44074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 12 months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Choosing the Right Chart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your question to the right visualization type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0" y="411480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58200" y="4114800"/>
            <a:ext cx="137160" cy="137160"/>
          </a:xfrm>
          <a:prstGeom prst="ellipse">
            <a:avLst/>
          </a:prstGeom>
          <a:solidFill>
            <a:srgbClr val="06B6D4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0" y="4114800"/>
            <a:ext cx="137160" cy="13716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Type Cheat Sheet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Question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91840" y="1051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Type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480560" y="1051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0" y="1051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(Superstore)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8046720" cy="475488"/>
          </a:xfrm>
          <a:prstGeom prst="rect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does X compare across categories?"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41732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 Chart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80560" y="14173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values across discrete groups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0" y="14173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→ Rows, Measure → Columns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189280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does X change over time?"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189280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 Chart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80560" y="189280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and time series patterns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189280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→ Columns, Measure → Rows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2368296"/>
            <a:ext cx="8046720" cy="475488"/>
          </a:xfrm>
          <a:prstGeom prst="rect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236829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 X and Y related?"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236829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Scatter Plot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80560" y="236829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two measures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236829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→ Rows, Measure → Columns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284378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the distribution?"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284378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Histogram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80560" y="28437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data spread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28437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→ Columns, change to "entire view"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319272"/>
            <a:ext cx="8046720" cy="475488"/>
          </a:xfrm>
          <a:prstGeom prst="rect">
            <a:avLst/>
          </a:prstGeom>
          <a:solidFill>
            <a:srgbClr val="F0F9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31927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proportion is each part?"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91840" y="331927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Treemap / Pie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480560" y="33192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Part-to-whole relationships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33192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+ Measure → use Show Me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0080" y="379476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is it happening?"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91840" y="37947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480560" y="37947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patterns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92240" y="37947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field → Detail, Measure → Color/Size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4453128"/>
            <a:ext cx="8046720" cy="41148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507992"/>
            <a:ext cx="274320" cy="27432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097280" y="44531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Use the "Show Me" panel (top-right) — Tableau recommends chart types based on the fields you've selected!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Joins &amp; Relationships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multiple tables — just like SQL JOINs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0" y="411480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58200" y="4114800"/>
            <a:ext cx="137160" cy="137160"/>
          </a:xfrm>
          <a:prstGeom prst="ellipse">
            <a:avLst/>
          </a:prstGeom>
          <a:solidFill>
            <a:srgbClr val="06B6D4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0" y="4114800"/>
            <a:ext cx="137160" cy="13716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Joins in Tableau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offers two ways to combine tables: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40480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Relationships (Default)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 second table onto the canvas. Tableau auto-detects matching fields and creates a relationship.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 cases. Tableau optimizes the query for you — it only joins what's needed at query time.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smart, lazy join that adapts to your viz.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840480" cy="5029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Joins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201168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a table to enter the physical layer. Drag another table — select INNER, LEFT, RIGHT, or FULL OUTER.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exact SQL JOIN control (same as your SQL experience).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types: </a:t>
            </a: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 |  LEFT  |  RIGHT  |  FULL OUTER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8046720" cy="6858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64008" cy="6858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25112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25880" y="420624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In Superstore, drag the "People" table next to "Orders" — Tableau will auto-link on Region. Now you can see Regional Manager names in your viz!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a Dashboard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your worksheets into one interactive 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0" y="4114800"/>
            <a:ext cx="137160" cy="1371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58200" y="4114800"/>
            <a:ext cx="137160" cy="137160"/>
          </a:xfrm>
          <a:prstGeom prst="ellipse">
            <a:avLst/>
          </a:prstGeom>
          <a:solidFill>
            <a:srgbClr val="06B6D4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0" y="4114800"/>
            <a:ext cx="137160" cy="13716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Essentials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" y="12801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280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multiple worksheets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0136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worksheet = one chart. Build a bar chart, a line chart, and a map separately.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83480" y="12801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834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577840" y="1280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Click "New Dashboard"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80136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tab → New Dashboard. Set the size (Desktop Browser is a good default).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5800" y="29718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Drag worksheets onto canvas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49300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panel shows your sheets. Drag them into the dashboard area. Choose Tiled or Floating layout.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283464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983480" y="29718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834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57784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interactivity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349300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sheet → funnel icon → "Use as Filter". Now clicking a bar filters all other charts!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590288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97280" y="4526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Tiled = snaps into grid (predictable). Floating = position anywhere (flexible). Start with Tiled for clean layouts.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Saving &amp; Sharing Your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9776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4864" cy="14173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52728"/>
            <a:ext cx="1188720" cy="27432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52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 Only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.twb (Workbook)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the viz structure only. Data stays at the original source. Use when connected to a live database.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39776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1143000"/>
            <a:ext cx="54864" cy="1417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0" y="1252728"/>
            <a:ext cx="1188720" cy="2743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252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All-in-One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.twbx (Packaged)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19202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everything — viz + data extract. Perfect for sharing with classmates or submitting assignments.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834640"/>
            <a:ext cx="39776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54864" cy="1417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2944368"/>
            <a:ext cx="118872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944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 &amp; Public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291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Tableau Public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36118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cloud hosting. Anyone with the link can view and interact. Great for portfolios.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834640"/>
            <a:ext cx="39776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46320" y="2834640"/>
            <a:ext cx="54864" cy="141732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29200" y="2944368"/>
            <a:ext cx="1188720" cy="27432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2944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0" y="3291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Tableau Server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29200" y="36118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hosting behind your org's firewall. Role-based access control. Used in companies.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→ Tableau Quick Reference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know from SQL maps directly to Tableau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SQL Concept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Tableau Equivalent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Where to Find It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SELECT columns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 fields to shelves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/ Columns shelves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FROM table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 to data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Source 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WHERE condition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 to Filters shelf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Filters shelf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GROUP BY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 dimension to Rows/Columns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/ Columns shelves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SUM(), AVG(), COUNT()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on Measures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Right-click measure → aggregation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ORDER BY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 axis header to sort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Toolbar sort buttons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JOIN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 tables together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Source 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HAVING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on aggregated measure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Filters shelf → condition 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DISTINCT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DISTINCT in measure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Right-click → Count (Distinct)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Exercises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with the Superstore dataset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371600" cy="9601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Beginner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03120" y="1371600"/>
            <a:ext cx="64922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0" y="1444752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bar chart: Sales by Sub-Category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Region as a color dimension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show only "West" and "East" regions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371600" cy="9601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Intermediate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03120" y="2514600"/>
            <a:ext cx="64922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0" y="2587752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line chart: Monthly Sales trend by Year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scatter plot: Profit vs Discount, colored by Category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"Returns" table and visualize return rates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371600" cy="96012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03120" y="3657600"/>
            <a:ext cx="649224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86000" y="3730752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dashboard with: bar chart + line chart + map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chart filter the others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Tableau Public and share the link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73152"/>
            <a:ext cx="1371600" cy="54864"/>
          </a:xfrm>
          <a:prstGeom prst="rect">
            <a:avLst/>
          </a:prstGeom>
          <a:solidFill>
            <a:srgbClr val="06B6D4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know SQL, you already know Tableau. Dimensions are your GROUP BY, Measures are your aggregations, and Filters are your WHERE clause. The rest is just dragging fields onto a canvas.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228600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Public Gallery: 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public.tableau.com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Training Videos: 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tableau.com/learn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Forums: 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community.tableau.com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891B2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-914400"/>
            <a:ext cx="1828800" cy="18288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36576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8229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0" y="1828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go drag, drop &amp; discover!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29000" y="2606040"/>
            <a:ext cx="22860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headshot_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834640"/>
            <a:ext cx="1371600" cy="1371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0" y="4251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Mohini Yadav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0" y="4572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in Information Systems  |  Santa Clara University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linkedin.com/in/mohini-yadav13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891B2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1634</Words>
  <Application>Microsoft Macintosh PowerPoint</Application>
  <PresentationFormat>On-screen Show (16:9)</PresentationFormat>
  <Paragraphs>308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Tableau – TA Session</dc:title>
  <dc:subject>PptxGenJS Presentation</dc:subject>
  <dc:creator>Mohini</dc:creator>
  <cp:lastModifiedBy>Mohini Yadav</cp:lastModifiedBy>
  <cp:revision>1</cp:revision>
  <dcterms:created xsi:type="dcterms:W3CDTF">2026-02-15T03:42:21Z</dcterms:created>
  <dcterms:modified xsi:type="dcterms:W3CDTF">2026-02-15T03:45:44Z</dcterms:modified>
</cp:coreProperties>
</file>