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03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281178"/>
            <a:ext cx="41148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457200"/>
            <a:ext cx="1463040" cy="301752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4572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FFFFFF"/>
                </a:solidFill>
              </a:rPr>
              <a:t>SESSION  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91440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4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Tableau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75488" y="2880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it. Drag it. Understand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" y="3401568"/>
            <a:ext cx="3200400" cy="301752"/>
          </a:xfrm>
          <a:prstGeom prst="roundRect">
            <a:avLst>
              <a:gd name="adj" fmla="val 18182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488" y="34015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Data Warehousing &amp; BI  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4553712"/>
            <a:ext cx="4773168" cy="589788"/>
          </a:xfrm>
          <a:prstGeom prst="rect">
            <a:avLst/>
          </a:prstGeom>
          <a:solidFill>
            <a:srgbClr val="081529"/>
          </a:solidFill>
          <a:ln w="12700">
            <a:solidFill>
              <a:srgbClr val="081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553712"/>
            <a:ext cx="466344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Data Warehousing &amp; Business Intelligence 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49240" y="2304288"/>
            <a:ext cx="347472" cy="192024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1481328"/>
            <a:ext cx="347472" cy="2743200"/>
          </a:xfrm>
          <a:prstGeom prst="rect">
            <a:avLst/>
          </a:prstGeom>
          <a:solidFill>
            <a:srgbClr val="14B8A6">
              <a:alpha val="75000"/>
            </a:srgbClr>
          </a:solidFill>
          <a:ln w="12700">
            <a:solidFill>
              <a:srgbClr val="14B8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55080" y="2852928"/>
            <a:ext cx="347472" cy="1371600"/>
          </a:xfrm>
          <a:prstGeom prst="rect">
            <a:avLst/>
          </a:prstGeom>
          <a:solidFill>
            <a:srgbClr val="2DD4BF">
              <a:alpha val="75000"/>
            </a:srgbClr>
          </a:solidFill>
          <a:ln w="12700">
            <a:solidFill>
              <a:srgbClr val="2DD4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0" y="749808"/>
            <a:ext cx="347472" cy="347472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1938528"/>
            <a:ext cx="347472" cy="2286000"/>
          </a:xfrm>
          <a:prstGeom prst="rect">
            <a:avLst/>
          </a:prstGeom>
          <a:solidFill>
            <a:srgbClr val="14B8A6">
              <a:alpha val="75000"/>
            </a:srgbClr>
          </a:solidFill>
          <a:ln w="12700">
            <a:solidFill>
              <a:srgbClr val="14B8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63840" y="2578608"/>
            <a:ext cx="347472" cy="1645920"/>
          </a:xfrm>
          <a:prstGeom prst="rect">
            <a:avLst/>
          </a:prstGeom>
          <a:solidFill>
            <a:srgbClr val="2DD4BF">
              <a:alpha val="75000"/>
            </a:srgbClr>
          </a:solidFill>
          <a:ln w="12700">
            <a:solidFill>
              <a:srgbClr val="2DD4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66760" y="1207008"/>
            <a:ext cx="347472" cy="301752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0" y="411480"/>
            <a:ext cx="3657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12080" y="411480"/>
            <a:ext cx="36576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0" y="411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Today's Agenda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896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Meet your 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49240" y="1298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Tableau &amp; where is it used?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49240" y="17007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Download Tableau Public (live!)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49240" y="2103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it looks like after install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4924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Connect your first dataset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YOUR 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Session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" y="841248"/>
            <a:ext cx="2606040" cy="2606040"/>
          </a:xfrm>
          <a:prstGeom prst="ellipse">
            <a:avLst/>
          </a:prstGeom>
          <a:solidFill>
            <a:srgbClr val="0D9488">
              <a:alpha val="15000"/>
            </a:srgbClr>
          </a:solidFill>
          <a:ln w="254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978408"/>
            <a:ext cx="2331720" cy="23317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54787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F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Mohini Yadav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66928" y="4059936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" y="405993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  linkedin.com/in/mohini-yadav13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4462272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4462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F46"/>
                </a:solidFill>
              </a:rPr>
              <a:t>Tableau TA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344168" y="4462272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44168" y="4462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F46"/>
                </a:solidFill>
              </a:rPr>
              <a:t>MSIS @ SCU '26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368296" y="4462272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368296" y="4462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F46"/>
                </a:solidFill>
              </a:rPr>
              <a:t>PM @ NorthStar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520440" y="804672"/>
            <a:ext cx="528523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520440" y="804672"/>
            <a:ext cx="5285232" cy="329184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0" y="8046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little about 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703320" y="1316736"/>
            <a:ext cx="329184" cy="329184"/>
          </a:xfrm>
          <a:prstGeom prst="ellipse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70332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🌏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133088" y="1243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Background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33088" y="149961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from India, now building in the Bay!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657600" y="1847088"/>
            <a:ext cx="5029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703320" y="1975104"/>
            <a:ext cx="329184" cy="32918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70332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💼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133088" y="1901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Experience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133088" y="21579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Area Manager at ICICI Prudential · Data Analyst Intern at Box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657600" y="2505456"/>
            <a:ext cx="5029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703320" y="2633472"/>
            <a:ext cx="329184" cy="329184"/>
          </a:xfrm>
          <a:prstGeom prst="ellipse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70332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133088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Currently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133088" y="281635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@ NorthStar SP, building Saas platform for SMBs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657600" y="3163824"/>
            <a:ext cx="5029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3703320" y="3291840"/>
            <a:ext cx="329184" cy="32918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70332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🎓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133088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Education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133088" y="347472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MSIS @ Santa Clara University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3657600" y="3822192"/>
            <a:ext cx="5029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3703320" y="3950208"/>
            <a:ext cx="329184" cy="329184"/>
          </a:xfrm>
          <a:prstGeom prst="ellipse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70332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🧘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133088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Fun fact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133088" y="413308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200-hr certified yoga instructor who runs on chai ☕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TABLEAU?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Session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73152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8"/>
                </a:solidFill>
              </a:rPr>
              <a:t>What is Tableau?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is a 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platform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helps people see and understand their data — without writing code.
</a:t>
            </a:r>
            <a:r>
              <a:rPr lang="en-US" sz="1300" b="1" i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Drag. Drop. Discover.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300" dirty="0">
                <a:solidFill>
                  <a:srgbClr val="1E293B"/>
                </a:solidFill>
              </a:rPr>
              <a:t>  Owned by Salesforce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34416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3441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300" dirty="0">
                <a:solidFill>
                  <a:srgbClr val="1E293B"/>
                </a:solidFill>
              </a:rPr>
              <a:t>  Used in 50,000+ companies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81965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8196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300" dirty="0">
                <a:solidFill>
                  <a:srgbClr val="1E293B"/>
                </a:solidFill>
              </a:rPr>
              <a:t>  Connects to 90+ data sources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29514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295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300" dirty="0">
                <a:solidFill>
                  <a:srgbClr val="1E293B"/>
                </a:solidFill>
              </a:rPr>
              <a:t>  Free for students via Tableau Public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907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8"/>
                </a:solidFill>
              </a:rPr>
              <a:t>Where is Tableau used?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2029968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31012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🏥  Healthcare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7588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analytics, bed utilization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560320" y="331012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0" y="3310128"/>
            <a:ext cx="2029968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0" y="331012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 Finance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367588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dashboards, risk analysis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54880" y="331012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310128"/>
            <a:ext cx="2029968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31012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🛒  Retail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67588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trends, inventory tracking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949440" y="331012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49440" y="3310128"/>
            <a:ext cx="2029968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49440" y="331012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🏭  Operations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367588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chain, KPI monitoring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BUSINESSES NEED TABLEAU?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Session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Companies have mountains of data but struggle to make sense of it fast enough to 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6002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8"/>
                </a:solidFill>
              </a:rPr>
              <a:t>Data is too slow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" y="1984248"/>
            <a:ext cx="243230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03911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days in Excel cleaning data. Tableau connects live and refreshes instantly.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82112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82112" y="150876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85032" y="16002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8"/>
                </a:solidFill>
              </a:rPr>
              <a:t>Too complex to read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91840" y="1984248"/>
            <a:ext cx="243230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203911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 in spreadsheets mean nothing to a CEO. Tableau turns them into visual stories.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98464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98464" y="150876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0819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1384" y="16002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8"/>
                </a:solidFill>
              </a:rPr>
              <a:t>Data lives everywhere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08192" y="1984248"/>
            <a:ext cx="243230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08192" y="203911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 one system, HR in another. Tableau pulls it all into one unified view.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0815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081528"/>
            <a:ext cx="26517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317296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8"/>
                </a:solidFill>
              </a:rPr>
              <a:t>Decisions need speed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" y="3557016"/>
            <a:ext cx="243230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3611880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move fast. Leaders need answers in seconds, not week-old static reports.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182112" y="30815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82112" y="3081528"/>
            <a:ext cx="26517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685032" y="317296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8"/>
                </a:solidFill>
              </a:rPr>
              <a:t>Everyone needs access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291840" y="3557016"/>
            <a:ext cx="243230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91840" y="3611880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analysts. Tableau lets any team member explore data without coding.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98464" y="30815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98464" y="3081528"/>
            <a:ext cx="26517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0819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501384" y="317296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8"/>
                </a:solidFill>
              </a:rPr>
              <a:t>Mistakes cost money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108192" y="3557016"/>
            <a:ext cx="243230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08192" y="3611880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decisions = lost revenue. Tableau makes patterns visible before they become problems.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4663440"/>
            <a:ext cx="8412480" cy="23774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6634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</a:rPr>
              <a:t>💡  Bottom line: Tableau exists because good data, poorly communicated, is still bad data.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DOWNLOAD TABLEAU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Session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8"/>
                </a:solidFill>
              </a:rPr>
              <a:t>Which version should you use?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3931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3931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Tableau Public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Free forever
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Perfect for learning &amp; portfolio
✔  Publish to the web
</a:t>
            </a: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Work is publicly visible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3931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3931920" cy="38404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Tableau Desktop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2763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Full-featured
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Free 1-year student license
✔  Private workbooks
</a:t>
            </a: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Requires student email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832104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7249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8"/>
                </a:solidFill>
              </a:rPr>
              <a:t>👉  For this course: Download Tableau Public — it's free, instant, and has everything we need!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8"/>
                </a:solidFill>
              </a:rPr>
              <a:t>Step-by-Step: Download Tableau Public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59359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566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 public.tableau.com  in your browser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86791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840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In → Create a free account with your email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logged in, click Download Tableau Desktop Public Edition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5760" y="441655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installer (Mac: .dmg  |  Windows: .exe) and follow the prompts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469087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690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Tableau Public → Sign in → You're ready! 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INSTALL — THE TABLEAU WORKSPACE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Session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The Start Page (what you see first)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0789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Tableau Public  —  Start Page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783080" y="133502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Open / Recent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29200" y="749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Connecting Your First Dataset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1078992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29200" y="1078992"/>
            <a:ext cx="3749040" cy="25603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1078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insurance.csv  —  1,338 rows x 7 columns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02352" y="1380744"/>
            <a:ext cx="804672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02352" y="13807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</a:rPr>
              <a:t># age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07608" y="1380744"/>
            <a:ext cx="804672" cy="18288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07608" y="13807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Aa gender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12864" y="1380744"/>
            <a:ext cx="804672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12864" y="13807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</a:rPr>
              <a:t># bmi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18120" y="1380744"/>
            <a:ext cx="804672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818120" y="13807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</a:rPr>
              <a:t># children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02352" y="1609344"/>
            <a:ext cx="804672" cy="18288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02352" y="16093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Aa smoker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07608" y="1609344"/>
            <a:ext cx="804672" cy="18288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07608" y="16093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Aa region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12864" y="1609344"/>
            <a:ext cx="804672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12864" y="16093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</a:rPr>
              <a:t># charges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29200" y="206654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94960" y="20116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8"/>
                </a:solidFill>
              </a:rPr>
              <a:t>Click Text File in the Connect panel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394960" y="22585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your downloaded insurance.csv and open it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0" y="261518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92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94960" y="2560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8"/>
                </a:solidFill>
              </a:rPr>
              <a:t>Data Source tab opens automatically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394960" y="28072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a live preview of your data — all 1,338 rows!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029200" y="316382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29200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94960" y="3108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8"/>
                </a:solidFill>
              </a:rPr>
              <a:t>Check column types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394960" y="33558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# = numbers (measures)  ·  Green Aa = text (dimensions)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029200" y="3712464"/>
            <a:ext cx="292608" cy="292608"/>
          </a:xfrm>
          <a:prstGeom prst="ellipse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02920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394960" y="3657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8"/>
                </a:solidFill>
              </a:rPr>
              <a:t>Click Sheet 1 at the bottom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394960" y="39044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takes you to the worksheet — your analysis canvas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029200" y="4261104"/>
            <a:ext cx="292608" cy="292608"/>
          </a:xfrm>
          <a:prstGeom prst="ellipse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292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394960" y="42062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8"/>
                </a:solidFill>
              </a:rPr>
              <a:t>Explore the Data pane on the left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5394960" y="44531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fields appear here, ready to drag and drop next session!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01</a:t>
            </a:r>
            <a:endParaRPr lang="en-US" sz="9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577962C-9810-37F2-FB8A-47DBD5B42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19" y="1412799"/>
            <a:ext cx="4411602" cy="2862072"/>
          </a:xfrm>
          <a:prstGeom prst="rect">
            <a:avLst/>
          </a:prstGeom>
          <a:gradFill>
            <a:gsLst>
              <a:gs pos="70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743</Words>
  <Application>Microsoft Macintosh PowerPoint</Application>
  <PresentationFormat>On-screen Show (16:9)</PresentationFormat>
  <Paragraphs>133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Session 1</dc:title>
  <dc:subject>PptxGenJS Presentation</dc:subject>
  <dc:creator>PptxGenJS</dc:creator>
  <cp:lastModifiedBy>Mohini Yadav</cp:lastModifiedBy>
  <cp:revision>4</cp:revision>
  <dcterms:created xsi:type="dcterms:W3CDTF">2026-04-02T08:39:23Z</dcterms:created>
  <dcterms:modified xsi:type="dcterms:W3CDTF">2026-04-03T02:34:43Z</dcterms:modified>
</cp:coreProperties>
</file>