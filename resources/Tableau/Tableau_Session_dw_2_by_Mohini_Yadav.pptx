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43891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438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50" kern="0" dirty="0">
                <a:solidFill>
                  <a:srgbClr val="FFFFFF"/>
                </a:solidFill>
              </a:rPr>
              <a:t>SESSION  02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9144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In-Class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75488" y="23774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Charts  →  1 Dashboard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" y="28529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chart in class. Then combine them into a live, interactive dashboard.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354787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📂  Dataset: insurance.csv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895344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🛠️  Tool: Tableau Public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4242816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242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📊  4 worksheets + 1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4754880"/>
            <a:ext cx="4773168" cy="388620"/>
          </a:xfrm>
          <a:prstGeom prst="rect">
            <a:avLst/>
          </a:prstGeom>
          <a:solidFill>
            <a:srgbClr val="081529"/>
          </a:solidFill>
          <a:ln w="12700">
            <a:solidFill>
              <a:srgbClr val="0815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Data Warehousing &amp; Business Intelligence  ·  TTh 05:40 PM  ·  SCU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66360" y="36576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36576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36576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A — Bar</a:t>
            </a:r>
            <a:endParaRPr lang="en-US" sz="8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621792"/>
            <a:ext cx="1783080" cy="171907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32320" y="36576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0" y="36576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36576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B — Scatter</a:t>
            </a:r>
            <a:endParaRPr lang="en-US" sz="8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621792"/>
            <a:ext cx="1783080" cy="171907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166360" y="251460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166360" y="251460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66360" y="25146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C — Heat Map</a:t>
            </a:r>
            <a:endParaRPr lang="en-US" sz="8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770632"/>
            <a:ext cx="1783080" cy="171907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132320" y="2514600"/>
            <a:ext cx="1874520" cy="2084832"/>
          </a:xfrm>
          <a:prstGeom prst="rect">
            <a:avLst/>
          </a:prstGeom>
          <a:solidFill>
            <a:srgbClr val="152238"/>
          </a:solidFill>
          <a:ln w="12700">
            <a:solidFill>
              <a:srgbClr val="25375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32320" y="2514600"/>
            <a:ext cx="18745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132320" y="25146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 D — Line</a:t>
            </a:r>
            <a:endParaRPr lang="en-US" sz="8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770632"/>
            <a:ext cx="1783080" cy="171907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166360" y="4617720"/>
            <a:ext cx="3840480" cy="201168"/>
          </a:xfrm>
          <a:prstGeom prst="rect">
            <a:avLst/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230368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→  Then combine all 4 into a Dashboard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A — BAR: AVG CHARGES BY GENDER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Session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Do male and female patients pay different average insurance premiums?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Abc Gender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54203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Charges on Rows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33472" y="2615184"/>
            <a:ext cx="1737360" cy="237744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6151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Measure → Average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9923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2999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Click Sort Descending icon on the Y axis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45643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3456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Double-click title → Rename to: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95344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"Average Insurance Charges by Gender"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63440" y="1536192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609344"/>
            <a:ext cx="3931920" cy="233172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4663440" y="4114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28032" y="41696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82803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 pay slightly more on average ($13.9K vs $12.6K). This could reflect differences in BMI, smoking rates, or age distribution between genders.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02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B — SCATTER: AGE vs CHARGES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Session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Do older patients pay more? Does smoking change that relationship at every age?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Analysis menu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2560320"/>
            <a:ext cx="2212848" cy="237744"/>
          </a:xfrm>
          <a:prstGeom prst="roundRect">
            <a:avLst>
              <a:gd name="adj" fmla="val 15385"/>
            </a:avLst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56032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Uncheck Aggregate Measures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9535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443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Drag Smoker → Color (Marks card)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4107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10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4015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Age on Columns → Dimension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58768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"Age vs Insurance Charges by Smoker Status"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224528"/>
            <a:ext cx="37490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you see 2 dots only → Analysis → uncheck Aggregate Measures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536192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609344"/>
            <a:ext cx="393192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663440" y="4114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28032" y="41696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2803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pay more as they age — but smokers pay dramatically more at every age. The two clusters are unmissable even without reading any numbers.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02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C — HEAT MAP: SMOKER STATUS vs REGION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Session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In which region do smokers pay the most? How much more than non-smokers in the same region?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Abc Region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Abc Smoker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37490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4871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Drag to COLOR (Marks)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59152" y="25603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2560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59152" y="2779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Measure → Average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09067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" y="3081528"/>
            <a:ext cx="37490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08152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Drag to LABEL (Marks) 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59152" y="31546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59152" y="3374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Measure → Average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" y="3675888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"Avg Insurance Charges: Smoker Status vs Region"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041648"/>
            <a:ext cx="37490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416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Drag Charges TWICE — once to Color, once to Label. Two separate drops.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536192"/>
            <a:ext cx="41605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609344"/>
            <a:ext cx="3931920" cy="2212848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663440" y="39867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663440" y="3986784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28032" y="404164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28032" y="4297680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in the Southeast pay the most ($35.2K avg). Non-smokers pay ~3x less in every region. Color makes this comparison instant.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02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D — LINE: AVG CHARGES BY NUMBER OF CHILDREN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Session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Does having more dependents drive up insurance costs? Is the trend consistent or does it plateau?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5727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COLUMNS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Children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391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2029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029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ROWS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208483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# Charges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Charges on Rows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33472" y="2560320"/>
            <a:ext cx="173736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560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Measure → Average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9535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29443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Right-click Children on Columns → Dimension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41071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10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34015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 Show Me → click Line Chart if not auto-selected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58768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"Average Insurance Charges by Number of Children"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224528"/>
            <a:ext cx="37490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Tableau shows a bar chart, click Show Me and select the Line Chart icon.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1536192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9344"/>
            <a:ext cx="397764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4663440" y="4114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28032" y="41696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What does this tell us?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2803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2 children pay the most on average ($15.3K) while those with 4 children actually have the highest spike ($17K). Not a simple linear trend.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02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COMBINING IT ALL — YOUR FIRST DASHBOARD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Session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put all 4 worksheets on one screen — and make them talk to each other.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How to build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91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grid icon at the bottom → New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1911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A onto the canvas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B next to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2569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C below Chart 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2898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Chart D below Chart 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36976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Chart A → hover → click Use as Filter (funnel icon)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" y="3557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Region filter: Dashboard menu → Filters → Region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89534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3886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title text box: type "Insurance Analytics Dashboard"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24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4215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click a bar in Chart A — all others should update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it should look like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536192"/>
            <a:ext cx="4160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9344"/>
            <a:ext cx="3977640" cy="288036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4663440" y="4663440"/>
            <a:ext cx="416052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663440" y="4663440"/>
            <a:ext cx="416052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63440" y="4663440"/>
            <a:ext cx="416052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663440" y="4663440"/>
            <a:ext cx="416052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0" y="4663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💡  Click a bar in Chart A — watch all other charts filter automatically. That's the power of a dashboard.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02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ASSIGNMENT — SAME SKILLS, DIFFERENT COMBINATIONS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Session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dataset. Same Tableau skills. Different business questions — using different columns and chart types.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73152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1234440"/>
            <a:ext cx="3749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In-Class Practice  ✏️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Assignment 2  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581912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58191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43000" y="158191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158191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Avg Charges by Gender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58191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58191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Avg Charges by Region + Smoker (color + label)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51960" y="17282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→ different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130552"/>
            <a:ext cx="7315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13055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43000" y="213055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213055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Age vs Charges (color=Smoker)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13055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13055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BMI vs Charges (color=Smoker)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51960" y="22768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→ different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679192"/>
            <a:ext cx="731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67919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143000" y="267919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267919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— Smoker vs Region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679192"/>
            <a:ext cx="3749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67919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— Region vs Gender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51960" y="28254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→ different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227832"/>
            <a:ext cx="7315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22783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43000" y="322783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6152" y="322783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Avg Charges by Children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37760" y="3227832"/>
            <a:ext cx="374904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22783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Avg Charges by Age (color=Smoker)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251960" y="33741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→ different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3776472"/>
            <a:ext cx="7315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77647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43000" y="3776472"/>
            <a:ext cx="3749040" cy="493776"/>
          </a:xfrm>
          <a:prstGeom prst="rect">
            <a:avLst/>
          </a:prstGeom>
          <a:solidFill>
            <a:srgbClr val="0F1F3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16152" y="377647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(Charts A+B+C+D)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37760" y="3776472"/>
            <a:ext cx="3749040" cy="493776"/>
          </a:xfrm>
          <a:prstGeom prst="rect">
            <a:avLst/>
          </a:prstGeom>
          <a:solidFill>
            <a:srgbClr val="0F1F3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77647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(all 4 + Region filter)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💡  The steps are identical — just different fields. If you can build today's charts, you can build the assignment. Due before Session 4.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02  ·  In-Class Practice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Session 02 — In-Class Practice</dc:title>
  <dc:subject>PptxGenJS Presentation</dc:subject>
  <dc:creator>PptxGenJS</dc:creator>
  <cp:lastModifiedBy>PptxGenJS</cp:lastModifiedBy>
  <cp:revision>1</cp:revision>
  <dcterms:created xsi:type="dcterms:W3CDTF">2026-04-16T23:29:30Z</dcterms:created>
  <dcterms:modified xsi:type="dcterms:W3CDTF">2026-04-16T23:29:30Z</dcterms:modified>
</cp:coreProperties>
</file>